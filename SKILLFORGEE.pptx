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19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59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493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396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24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210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727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67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498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60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0604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6308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6013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4500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409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835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71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2952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6620968" cy="1847010"/>
          </a:xfrm>
        </p:spPr>
        <p:txBody>
          <a:bodyPr/>
          <a:lstStyle/>
          <a:p>
            <a:r>
              <a:rPr sz="3600" dirty="0">
                <a:latin typeface="Times New Roman"/>
              </a:rPr>
              <a:t>SKILLFORGE</a:t>
            </a:r>
          </a:p>
          <a:p>
            <a:r>
              <a:rPr sz="3600" dirty="0">
                <a:latin typeface="Times New Roman"/>
              </a:rPr>
              <a:t>Educational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148851"/>
            <a:ext cx="6620968" cy="861420"/>
          </a:xfrm>
        </p:spPr>
        <p:txBody>
          <a:bodyPr>
            <a:noAutofit/>
          </a:bodyPr>
          <a:lstStyle/>
          <a:p>
            <a:r>
              <a:rPr dirty="0">
                <a:latin typeface="Times New Roman"/>
              </a:rPr>
              <a:t>A modern educational management system.</a:t>
            </a:r>
          </a:p>
          <a:p>
            <a:endParaRPr dirty="0">
              <a:latin typeface="Times New Roman"/>
            </a:endParaRPr>
          </a:p>
          <a:p>
            <a:r>
              <a:rPr dirty="0">
                <a:latin typeface="Times New Roman"/>
              </a:rPr>
              <a:t>Presented by:</a:t>
            </a:r>
          </a:p>
          <a:p>
            <a:r>
              <a:rPr dirty="0" err="1">
                <a:latin typeface="Times New Roman"/>
              </a:rPr>
              <a:t>Boros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Péter</a:t>
            </a:r>
            <a:endParaRPr dirty="0">
              <a:latin typeface="Times New Roman"/>
            </a:endParaRPr>
          </a:p>
          <a:p>
            <a:r>
              <a:rPr dirty="0">
                <a:latin typeface="Times New Roman"/>
              </a:rPr>
              <a:t>Morzsa Milán</a:t>
            </a:r>
          </a:p>
          <a:p>
            <a:r>
              <a:rPr dirty="0">
                <a:latin typeface="Times New Roman"/>
              </a:rPr>
              <a:t>Kiss </a:t>
            </a:r>
            <a:r>
              <a:rPr dirty="0" err="1">
                <a:latin typeface="Times New Roman"/>
              </a:rPr>
              <a:t>Máté</a:t>
            </a:r>
            <a:endParaRPr dirty="0">
              <a:latin typeface="Times New Roman"/>
            </a:endParaRPr>
          </a:p>
          <a:p>
            <a:endParaRPr dirty="0">
              <a:latin typeface="Times New Roman"/>
            </a:endParaRPr>
          </a:p>
          <a:p>
            <a:r>
              <a:rPr dirty="0">
                <a:latin typeface="Times New Roman"/>
              </a:rPr>
              <a:t>Date: January 16, 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>
                <a:latin typeface="Times New Roman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/>
              </a:rPr>
              <a:t>In this presentation, we will introduce the </a:t>
            </a:r>
            <a:r>
              <a:rPr sz="2800" dirty="0" err="1">
                <a:latin typeface="Times New Roman"/>
              </a:rPr>
              <a:t>SkillForge</a:t>
            </a:r>
            <a:r>
              <a:rPr sz="2800" dirty="0">
                <a:latin typeface="Times New Roman"/>
              </a:rPr>
              <a:t> system.</a:t>
            </a:r>
          </a:p>
          <a:p>
            <a:r>
              <a:rPr sz="2800" dirty="0">
                <a:latin typeface="Times New Roman"/>
              </a:rPr>
              <a:t>We will talk about the problem it solves, the system structure,</a:t>
            </a:r>
          </a:p>
          <a:p>
            <a:r>
              <a:rPr sz="2800" dirty="0">
                <a:latin typeface="Times New Roman"/>
              </a:rPr>
              <a:t>its main features, technologies, and future plans.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>
                <a:latin typeface="Times New Roman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 err="1">
                <a:latin typeface="Times New Roman"/>
              </a:rPr>
              <a:t>SkillForge</a:t>
            </a:r>
            <a:r>
              <a:rPr sz="2800" dirty="0">
                <a:latin typeface="Times New Roman"/>
              </a:rPr>
              <a:t> is an educational management system.</a:t>
            </a:r>
          </a:p>
          <a:p>
            <a:r>
              <a:rPr sz="2800" dirty="0">
                <a:latin typeface="Times New Roman"/>
              </a:rPr>
              <a:t>Its goal is to make course and student management easier and faster.</a:t>
            </a:r>
          </a:p>
          <a:p>
            <a:r>
              <a:rPr sz="2800" dirty="0">
                <a:latin typeface="Times New Roman"/>
              </a:rPr>
              <a:t>It helps students, instructors, and administrators in daily tasks.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>
                <a:latin typeface="Times New Roman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/>
              </a:rPr>
              <a:t>Many schools still use outdated systems.</a:t>
            </a:r>
          </a:p>
          <a:p>
            <a:r>
              <a:rPr sz="2800" dirty="0">
                <a:latin typeface="Times New Roman"/>
              </a:rPr>
              <a:t>Enrollment is often manual, communication is slow,</a:t>
            </a:r>
          </a:p>
          <a:p>
            <a:r>
              <a:rPr sz="2800" dirty="0">
                <a:latin typeface="Times New Roman"/>
              </a:rPr>
              <a:t>and progress tracking is difficult.</a:t>
            </a:r>
          </a:p>
          <a:p>
            <a:r>
              <a:rPr sz="2800" dirty="0" err="1">
                <a:latin typeface="Times New Roman"/>
              </a:rPr>
              <a:t>SkillForge</a:t>
            </a:r>
            <a:r>
              <a:rPr sz="2800" dirty="0">
                <a:latin typeface="Times New Roman"/>
              </a:rPr>
              <a:t> was created to solve these problems.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>
                <a:latin typeface="Times New Roman"/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/>
              </a:rPr>
              <a:t>The system has three main parts.</a:t>
            </a:r>
          </a:p>
          <a:p>
            <a:r>
              <a:rPr sz="2800" dirty="0">
                <a:latin typeface="Times New Roman"/>
              </a:rPr>
              <a:t>The frontend is built with Angular.</a:t>
            </a:r>
          </a:p>
          <a:p>
            <a:r>
              <a:rPr sz="2800" dirty="0">
                <a:latin typeface="Times New Roman"/>
              </a:rPr>
              <a:t>The backend uses Laravel.</a:t>
            </a:r>
          </a:p>
          <a:p>
            <a:r>
              <a:rPr sz="2800" dirty="0">
                <a:latin typeface="Times New Roman"/>
              </a:rPr>
              <a:t>All data is stored in a relational database.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>
                <a:latin typeface="Times New Roman"/>
              </a:rP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 err="1">
                <a:latin typeface="Times New Roman"/>
              </a:rPr>
              <a:t>SkillForge</a:t>
            </a:r>
            <a:r>
              <a:rPr sz="2800" dirty="0">
                <a:latin typeface="Times New Roman"/>
              </a:rPr>
              <a:t> provides user login and roles.</a:t>
            </a:r>
          </a:p>
          <a:p>
            <a:r>
              <a:rPr sz="2800" dirty="0">
                <a:latin typeface="Times New Roman"/>
              </a:rPr>
              <a:t>Users can manage courses and enroll students.</a:t>
            </a:r>
          </a:p>
          <a:p>
            <a:r>
              <a:rPr sz="2800" dirty="0">
                <a:latin typeface="Times New Roman"/>
              </a:rPr>
              <a:t>Assignments, grades, and notifications are also included.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7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>
                <a:latin typeface="Times New Roman"/>
              </a:rPr>
              <a:t>Frontend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/>
              </a:rPr>
              <a:t>The frontend is built with Angular 17.</a:t>
            </a:r>
          </a:p>
          <a:p>
            <a:r>
              <a:rPr sz="2800" dirty="0">
                <a:latin typeface="Times New Roman"/>
              </a:rPr>
              <a:t>It uses TypeScript for safety and clarity.</a:t>
            </a:r>
          </a:p>
          <a:p>
            <a:r>
              <a:rPr sz="2800" dirty="0">
                <a:latin typeface="Times New Roman"/>
              </a:rPr>
              <a:t>The interface is responsive and works on all devices.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>
                <a:latin typeface="Times New Roman"/>
              </a:rPr>
              <a:t>Backend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/>
              </a:rPr>
              <a:t>The backend uses Laravel 12.</a:t>
            </a:r>
          </a:p>
          <a:p>
            <a:r>
              <a:rPr sz="2800" dirty="0">
                <a:latin typeface="Times New Roman"/>
              </a:rPr>
              <a:t>It handles business logic and security.</a:t>
            </a:r>
          </a:p>
          <a:p>
            <a:r>
              <a:rPr sz="2800" dirty="0">
                <a:latin typeface="Times New Roman"/>
              </a:rPr>
              <a:t>The system communicates through a REST API.</a:t>
            </a:r>
          </a:p>
        </p:txBody>
      </p:sp>
    </p:spTree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>
                <a:latin typeface="Times New Roman"/>
              </a:rPr>
              <a:t>User Interface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>
                <a:latin typeface="Times New Roman"/>
              </a:rPr>
              <a:t>The design is clean and easy to use.</a:t>
            </a:r>
          </a:p>
          <a:p>
            <a:r>
              <a:rPr sz="2400" dirty="0">
                <a:latin typeface="Times New Roman"/>
              </a:rPr>
              <a:t>Navigation is </a:t>
            </a:r>
            <a:r>
              <a:rPr sz="2800" dirty="0">
                <a:latin typeface="Times New Roman"/>
              </a:rPr>
              <a:t>simple</a:t>
            </a:r>
            <a:r>
              <a:rPr sz="2400" dirty="0">
                <a:latin typeface="Times New Roman"/>
              </a:rPr>
              <a:t> and consistent.</a:t>
            </a:r>
          </a:p>
          <a:p>
            <a:r>
              <a:rPr sz="2400" dirty="0">
                <a:latin typeface="Times New Roman"/>
              </a:rPr>
              <a:t>Accessibility was an important design goal.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>
                <a:latin typeface="Times New Roman"/>
              </a:rPr>
              <a:t>Database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/>
              </a:rPr>
              <a:t>The database stores users, courses, and enrollments.</a:t>
            </a:r>
          </a:p>
          <a:p>
            <a:r>
              <a:rPr sz="2800" dirty="0">
                <a:latin typeface="Times New Roman"/>
              </a:rPr>
              <a:t>It also stores assignments, submissions, and grades.</a:t>
            </a:r>
          </a:p>
          <a:p>
            <a:r>
              <a:rPr sz="2800" dirty="0">
                <a:latin typeface="Times New Roman"/>
              </a:rPr>
              <a:t>Relations help keep the data organized.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>
                <a:latin typeface="Times New Roman"/>
              </a:rPr>
              <a:t>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/>
              </a:rPr>
              <a:t>User passwords are securely hashed.</a:t>
            </a:r>
          </a:p>
          <a:p>
            <a:r>
              <a:rPr sz="2800" dirty="0">
                <a:latin typeface="Times New Roman"/>
              </a:rPr>
              <a:t>Access is controlled by user roles.</a:t>
            </a:r>
          </a:p>
          <a:p>
            <a:r>
              <a:rPr sz="2800" dirty="0">
                <a:latin typeface="Times New Roman"/>
              </a:rPr>
              <a:t>The system is protected against common attacks.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>
                <a:latin typeface="Times New Roman"/>
              </a:rPr>
              <a:t>Course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/>
              </a:rPr>
              <a:t>Administrators can create and manage courses.</a:t>
            </a:r>
          </a:p>
          <a:p>
            <a:r>
              <a:rPr sz="2800" dirty="0">
                <a:latin typeface="Times New Roman"/>
              </a:rPr>
              <a:t>Instructors can upload materials and assignments.</a:t>
            </a:r>
          </a:p>
          <a:p>
            <a:r>
              <a:rPr sz="2800" dirty="0">
                <a:latin typeface="Times New Roman"/>
              </a:rPr>
              <a:t>Course status is updated in real time.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>
                <a:latin typeface="Times New Roman"/>
              </a:rPr>
              <a:t>Student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/>
              </a:rPr>
              <a:t>Students can view their enrolled courses.</a:t>
            </a:r>
          </a:p>
          <a:p>
            <a:r>
              <a:rPr sz="2800" dirty="0">
                <a:latin typeface="Times New Roman"/>
              </a:rPr>
              <a:t>They can submit assignments and check grades.</a:t>
            </a:r>
          </a:p>
          <a:p>
            <a:r>
              <a:rPr sz="2800" dirty="0">
                <a:latin typeface="Times New Roman"/>
              </a:rPr>
              <a:t>Progress is clearly visible on the dashboard.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>
                <a:latin typeface="Times New Roman"/>
              </a:rPr>
              <a:t>Instructor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/>
              </a:rPr>
              <a:t>Instructors can manage their courses.</a:t>
            </a:r>
          </a:p>
          <a:p>
            <a:r>
              <a:rPr sz="2800" dirty="0">
                <a:latin typeface="Times New Roman"/>
              </a:rPr>
              <a:t>They can grade assignments and track performance.</a:t>
            </a:r>
          </a:p>
          <a:p>
            <a:r>
              <a:rPr sz="2800" dirty="0">
                <a:latin typeface="Times New Roman"/>
              </a:rPr>
              <a:t>Analytics help them understand student progress.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>
                <a:latin typeface="Times New Roman"/>
              </a:rPr>
              <a:t>Notifications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/>
              </a:rPr>
              <a:t>The system sends real-time notifications.</a:t>
            </a:r>
          </a:p>
          <a:p>
            <a:r>
              <a:rPr sz="2800" dirty="0">
                <a:latin typeface="Times New Roman"/>
              </a:rPr>
              <a:t>Students receive alerts about deadlines and grades.</a:t>
            </a:r>
          </a:p>
          <a:p>
            <a:r>
              <a:rPr sz="2800" dirty="0">
                <a:latin typeface="Times New Roman"/>
              </a:rPr>
              <a:t>Important updates are never missed.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>
                <a:latin typeface="Times New Roman"/>
              </a:rPr>
              <a:t>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 err="1">
                <a:latin typeface="Times New Roman"/>
              </a:rPr>
              <a:t>SkillForge</a:t>
            </a:r>
            <a:r>
              <a:rPr sz="2800" dirty="0">
                <a:latin typeface="Times New Roman"/>
              </a:rPr>
              <a:t> provides useful statistics.</a:t>
            </a:r>
          </a:p>
          <a:p>
            <a:r>
              <a:rPr sz="2800" dirty="0">
                <a:latin typeface="Times New Roman"/>
              </a:rPr>
              <a:t>Admins can see enrollment numbers and activity.</a:t>
            </a:r>
          </a:p>
          <a:p>
            <a:r>
              <a:rPr sz="2800" dirty="0">
                <a:latin typeface="Times New Roman"/>
              </a:rPr>
              <a:t>Reports can help improve education quality.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>
                <a:latin typeface="Times New Roman"/>
              </a:rPr>
              <a:t>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/>
              </a:rPr>
              <a:t>The system uses a REST API.</a:t>
            </a:r>
          </a:p>
          <a:p>
            <a:r>
              <a:rPr sz="2800" dirty="0">
                <a:latin typeface="Times New Roman"/>
              </a:rPr>
              <a:t>It returns data in JSON format.</a:t>
            </a:r>
          </a:p>
          <a:p>
            <a:r>
              <a:rPr sz="2800" dirty="0">
                <a:latin typeface="Times New Roman"/>
              </a:rPr>
              <a:t>This makes integration easy and secure.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>
                <a:latin typeface="Times New Roman"/>
              </a:rP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/>
              </a:rPr>
              <a:t>Testing is done on both frontend and backend.</a:t>
            </a:r>
          </a:p>
          <a:p>
            <a:r>
              <a:rPr sz="2800" dirty="0">
                <a:latin typeface="Times New Roman"/>
              </a:rPr>
              <a:t>Unit and integration tests are used.</a:t>
            </a:r>
          </a:p>
          <a:p>
            <a:r>
              <a:rPr sz="2800" dirty="0">
                <a:latin typeface="Times New Roman"/>
              </a:rPr>
              <a:t>The goal is stable and reliable software.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>
                <a:latin typeface="Times New Roman"/>
              </a:rPr>
              <a:t>Development</a:t>
            </a:r>
            <a:r>
              <a:rPr sz="2400" dirty="0">
                <a:latin typeface="Times New Roman"/>
              </a:rPr>
              <a:t> </a:t>
            </a:r>
            <a:r>
              <a:rPr sz="4800" dirty="0">
                <a:latin typeface="Times New Roman"/>
              </a:rP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/>
              </a:rPr>
              <a:t>We use Git for version control.</a:t>
            </a:r>
          </a:p>
          <a:p>
            <a:r>
              <a:rPr sz="2800" dirty="0">
                <a:latin typeface="Times New Roman"/>
              </a:rPr>
              <a:t>Features are developed in separate branches.</a:t>
            </a:r>
          </a:p>
          <a:p>
            <a:r>
              <a:rPr sz="2800" dirty="0">
                <a:latin typeface="Times New Roman"/>
              </a:rPr>
              <a:t>Code reviews help maintain quality.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>
                <a:latin typeface="Times New Roman"/>
              </a:rP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/>
              </a:rPr>
              <a:t>The system has development and production environments.</a:t>
            </a:r>
          </a:p>
          <a:p>
            <a:r>
              <a:rPr sz="2800" dirty="0">
                <a:latin typeface="Times New Roman"/>
              </a:rPr>
              <a:t>Before release, testing is done on staging servers.</a:t>
            </a:r>
          </a:p>
          <a:p>
            <a:r>
              <a:rPr sz="2800" dirty="0">
                <a:latin typeface="Times New Roman"/>
              </a:rPr>
              <a:t>Deployment is automated where possible.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>
                <a:latin typeface="Times New Roman"/>
              </a:rPr>
              <a:t>Authentication</a:t>
            </a:r>
            <a:r>
              <a:rPr sz="2400" dirty="0">
                <a:latin typeface="Times New Roman"/>
              </a:rPr>
              <a:t> </a:t>
            </a:r>
            <a:r>
              <a:rPr sz="4800" dirty="0">
                <a:latin typeface="Times New Roman"/>
              </a:rPr>
              <a:t>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/>
              </a:rPr>
              <a:t>Users log in with their credentials.</a:t>
            </a:r>
          </a:p>
          <a:p>
            <a:r>
              <a:rPr sz="2800" dirty="0">
                <a:latin typeface="Times New Roman"/>
              </a:rPr>
              <a:t>The backend verifies them and creates a token.</a:t>
            </a:r>
          </a:p>
          <a:p>
            <a:r>
              <a:rPr sz="2800" dirty="0">
                <a:latin typeface="Times New Roman"/>
              </a:rPr>
              <a:t>After login, users are redirected to their dashboard.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>
                <a:latin typeface="Times New Roman"/>
              </a:rPr>
              <a:t>Enrollment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/>
              </a:rPr>
              <a:t>Students can browse available courses.</a:t>
            </a:r>
          </a:p>
          <a:p>
            <a:r>
              <a:rPr sz="2800" dirty="0">
                <a:latin typeface="Times New Roman"/>
              </a:rPr>
              <a:t>They can enroll with one click.</a:t>
            </a:r>
          </a:p>
          <a:p>
            <a:r>
              <a:rPr sz="2800" dirty="0">
                <a:latin typeface="Times New Roman"/>
              </a:rPr>
              <a:t>The system checks capacity and rules automatically.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>
                <a:latin typeface="Times New Roman"/>
              </a:rPr>
              <a:t>Assignment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/>
              </a:rPr>
              <a:t>Instructors create assignments with deadlines.</a:t>
            </a:r>
          </a:p>
          <a:p>
            <a:r>
              <a:rPr sz="2800" dirty="0">
                <a:latin typeface="Times New Roman"/>
              </a:rPr>
              <a:t>Students upload their work online.</a:t>
            </a:r>
          </a:p>
          <a:p>
            <a:r>
              <a:rPr sz="2800" dirty="0">
                <a:latin typeface="Times New Roman"/>
              </a:rPr>
              <a:t>Grades and feedback are shared digitally.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>
                <a:latin typeface="Times New Roman"/>
              </a:rPr>
              <a:t>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/>
              </a:rPr>
              <a:t>Currently, notifications are the main tool.</a:t>
            </a:r>
          </a:p>
          <a:p>
            <a:r>
              <a:rPr sz="2800" dirty="0">
                <a:latin typeface="Times New Roman"/>
              </a:rPr>
              <a:t>In the future, messaging and forums are planned.</a:t>
            </a:r>
          </a:p>
          <a:p>
            <a:r>
              <a:rPr sz="2800" dirty="0">
                <a:latin typeface="Times New Roman"/>
              </a:rPr>
              <a:t>This will improve collaboration.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>
                <a:latin typeface="Times New Roman"/>
              </a:rPr>
              <a:t>Performance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/>
              </a:rPr>
              <a:t>The system uses caching and optimization.</a:t>
            </a:r>
          </a:p>
          <a:p>
            <a:r>
              <a:rPr sz="2800" dirty="0">
                <a:latin typeface="Times New Roman"/>
              </a:rPr>
              <a:t>This ensures fast loading times.</a:t>
            </a:r>
          </a:p>
          <a:p>
            <a:r>
              <a:rPr sz="2800" dirty="0">
                <a:latin typeface="Times New Roman"/>
              </a:rPr>
              <a:t>A smooth experience is provided to users.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>
                <a:latin typeface="Times New Roman"/>
              </a:rPr>
              <a:t>Mobile Responsiveness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 err="1">
                <a:latin typeface="Times New Roman"/>
              </a:rPr>
              <a:t>SkillForge</a:t>
            </a:r>
            <a:r>
              <a:rPr sz="2800" dirty="0">
                <a:latin typeface="Times New Roman"/>
              </a:rPr>
              <a:t> works on mobile devices.</a:t>
            </a:r>
          </a:p>
          <a:p>
            <a:r>
              <a:rPr sz="2800" dirty="0">
                <a:latin typeface="Times New Roman"/>
              </a:rPr>
              <a:t>The design adapts to different screen sizes.</a:t>
            </a:r>
          </a:p>
          <a:p>
            <a:r>
              <a:rPr sz="2800" dirty="0">
                <a:latin typeface="Times New Roman"/>
              </a:rPr>
              <a:t>This allows learning anywhere.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>
                <a:latin typeface="Times New Roman"/>
              </a:rPr>
              <a:t>Accessibility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/>
              </a:rPr>
              <a:t>The platform follows accessibility guidelines.</a:t>
            </a:r>
          </a:p>
          <a:p>
            <a:r>
              <a:rPr sz="2800" dirty="0">
                <a:latin typeface="Times New Roman"/>
              </a:rPr>
              <a:t>It supports keyboard navigation and screen readers.</a:t>
            </a:r>
          </a:p>
          <a:p>
            <a:r>
              <a:rPr sz="2800" dirty="0">
                <a:latin typeface="Times New Roman"/>
              </a:rPr>
              <a:t>This makes it usable for everyone.</a:t>
            </a: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>
                <a:latin typeface="Times New Roman"/>
              </a:rPr>
              <a:t>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/>
              </a:rPr>
              <a:t>The system is designed to grow.</a:t>
            </a:r>
          </a:p>
          <a:p>
            <a:r>
              <a:rPr sz="2800" dirty="0">
                <a:latin typeface="Times New Roman"/>
              </a:rPr>
              <a:t>It can handle many users and courses.</a:t>
            </a:r>
          </a:p>
          <a:p>
            <a:r>
              <a:rPr sz="2800" dirty="0">
                <a:latin typeface="Times New Roman"/>
              </a:rPr>
              <a:t>Cloud solutions are planned for the future.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>
                <a:latin typeface="Times New Roman"/>
              </a:rPr>
              <a:t>Future</a:t>
            </a:r>
            <a:r>
              <a:rPr sz="2400" dirty="0">
                <a:latin typeface="Times New Roman"/>
              </a:rPr>
              <a:t> </a:t>
            </a:r>
            <a:r>
              <a:rPr sz="4800" dirty="0">
                <a:latin typeface="Times New Roman"/>
              </a:rPr>
              <a:t>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/>
              </a:rPr>
              <a:t>Planned features include mobile apps and AI tools.</a:t>
            </a:r>
          </a:p>
          <a:p>
            <a:r>
              <a:rPr sz="2800" dirty="0">
                <a:latin typeface="Times New Roman"/>
              </a:rPr>
              <a:t>Video lessons and certificates are also planned.</a:t>
            </a:r>
          </a:p>
          <a:p>
            <a:r>
              <a:rPr sz="2800" dirty="0" err="1">
                <a:latin typeface="Times New Roman"/>
              </a:rPr>
              <a:t>SkillForge</a:t>
            </a:r>
            <a:r>
              <a:rPr sz="2800" dirty="0">
                <a:latin typeface="Times New Roman"/>
              </a:rPr>
              <a:t> will continue to improve.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>
                <a:latin typeface="Times New Roman"/>
              </a:rPr>
              <a:t>Challenges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/>
              </a:rPr>
              <a:t>We faced challenges with integration and performance.</a:t>
            </a:r>
          </a:p>
          <a:p>
            <a:r>
              <a:rPr sz="2800" dirty="0">
                <a:latin typeface="Times New Roman"/>
              </a:rPr>
              <a:t>Good planning and teamwork helped solve them.</a:t>
            </a:r>
          </a:p>
          <a:p>
            <a:r>
              <a:rPr sz="2800" dirty="0">
                <a:latin typeface="Times New Roman"/>
              </a:rPr>
              <a:t>This project improved our development skills.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>
                <a:latin typeface="Times New Roman"/>
              </a:rPr>
              <a:t>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/>
              </a:rPr>
              <a:t>Now we would like to show a live demo.</a:t>
            </a:r>
          </a:p>
          <a:p>
            <a:r>
              <a:rPr sz="2800" dirty="0">
                <a:latin typeface="Times New Roman"/>
              </a:rPr>
              <a:t>We will present the main features of the system.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>
                <a:latin typeface="Times New Roman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/>
              </a:rPr>
              <a:t>Thank you for listening.</a:t>
            </a:r>
          </a:p>
          <a:p>
            <a:r>
              <a:rPr sz="2800" dirty="0">
                <a:latin typeface="Times New Roman"/>
              </a:rPr>
              <a:t>We are happy to answer any questions.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790</Words>
  <Application>Microsoft Office PowerPoint</Application>
  <PresentationFormat>Diavetítés a képernyőre (4:3 oldalarány)</PresentationFormat>
  <Paragraphs>134</Paragraphs>
  <Slides>32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32</vt:i4>
      </vt:variant>
    </vt:vector>
  </HeadingPairs>
  <TitlesOfParts>
    <vt:vector size="37" baseType="lpstr">
      <vt:lpstr>Arial</vt:lpstr>
      <vt:lpstr>Century Gothic</vt:lpstr>
      <vt:lpstr>Times New Roman</vt:lpstr>
      <vt:lpstr>Wingdings 3</vt:lpstr>
      <vt:lpstr>Ion</vt:lpstr>
      <vt:lpstr>SKILLFORGE Educational Management System</vt:lpstr>
      <vt:lpstr>Agenda</vt:lpstr>
      <vt:lpstr>Introduction</vt:lpstr>
      <vt:lpstr>Problem Statement</vt:lpstr>
      <vt:lpstr>System Architecture</vt:lpstr>
      <vt:lpstr>Core Features</vt:lpstr>
      <vt:lpstr>Frontend Technology</vt:lpstr>
      <vt:lpstr>Backend Technology</vt:lpstr>
      <vt:lpstr>User Interface Design</vt:lpstr>
      <vt:lpstr>Database Structure</vt:lpstr>
      <vt:lpstr>Security</vt:lpstr>
      <vt:lpstr>Course Management</vt:lpstr>
      <vt:lpstr>Student Portal</vt:lpstr>
      <vt:lpstr>Instructor Dashboard</vt:lpstr>
      <vt:lpstr>Notifications</vt:lpstr>
      <vt:lpstr>Analytics</vt:lpstr>
      <vt:lpstr>API</vt:lpstr>
      <vt:lpstr>Testing</vt:lpstr>
      <vt:lpstr>Development Workflow</vt:lpstr>
      <vt:lpstr>Deployment</vt:lpstr>
      <vt:lpstr>Authentication Flow</vt:lpstr>
      <vt:lpstr>Enrollment System</vt:lpstr>
      <vt:lpstr>Assignment Management</vt:lpstr>
      <vt:lpstr>Communication</vt:lpstr>
      <vt:lpstr>Performance Optimization</vt:lpstr>
      <vt:lpstr>Mobile Responsiveness</vt:lpstr>
      <vt:lpstr>Accessibility</vt:lpstr>
      <vt:lpstr>Scalability</vt:lpstr>
      <vt:lpstr>Future Enhancements</vt:lpstr>
      <vt:lpstr>Challenges &amp; Learnings</vt:lpstr>
      <vt:lpstr>Demonstration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SKILLFORGE Educational Management System</dc:title>
  <dc:subject/>
  <dc:creator>Morzsa Milán</dc:creator>
  <cp:keywords/>
  <dc:description>generated using python-pptx</dc:description>
  <cp:lastModifiedBy>Morzsa Milán</cp:lastModifiedBy>
  <cp:revision>5</cp:revision>
  <dcterms:created xsi:type="dcterms:W3CDTF">2013-01-27T09:14:16Z</dcterms:created>
  <dcterms:modified xsi:type="dcterms:W3CDTF">2026-01-16T11:16:50Z</dcterms:modified>
  <cp:category/>
</cp:coreProperties>
</file>